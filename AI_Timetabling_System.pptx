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23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Timetable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 &amp;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7354" y="3467687"/>
            <a:ext cx="3376246" cy="15263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15E50-1B72-5D5F-D2C6-D085E4942226}"/>
              </a:ext>
            </a:extLst>
          </p:cNvPr>
          <p:cNvSpPr txBox="1"/>
          <p:nvPr/>
        </p:nvSpPr>
        <p:spPr>
          <a:xfrm>
            <a:off x="2567354" y="3542601"/>
            <a:ext cx="3396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Submitted By: </a:t>
            </a:r>
          </a:p>
          <a:p>
            <a:r>
              <a:rPr lang="en-IN" b="1" dirty="0">
                <a:solidFill>
                  <a:schemeClr val="bg1"/>
                </a:solidFill>
              </a:rPr>
              <a:t>Vani Singh – 24BAI1201</a:t>
            </a:r>
          </a:p>
          <a:p>
            <a:r>
              <a:rPr lang="en-IN" b="1" dirty="0">
                <a:solidFill>
                  <a:schemeClr val="bg1"/>
                </a:solidFill>
              </a:rPr>
              <a:t>Soorya </a:t>
            </a:r>
            <a:r>
              <a:rPr lang="en-IN" b="1" dirty="0" err="1">
                <a:solidFill>
                  <a:schemeClr val="bg1"/>
                </a:solidFill>
              </a:rPr>
              <a:t>Prataap</a:t>
            </a:r>
            <a:r>
              <a:rPr lang="en-IN" b="1" dirty="0">
                <a:solidFill>
                  <a:schemeClr val="bg1"/>
                </a:solidFill>
              </a:rPr>
              <a:t> Ray- 24BAI1008</a:t>
            </a:r>
          </a:p>
          <a:p>
            <a:r>
              <a:rPr lang="en-IN" b="1" dirty="0">
                <a:solidFill>
                  <a:schemeClr val="bg1"/>
                </a:solidFill>
              </a:rPr>
              <a:t>Avneesh </a:t>
            </a:r>
            <a:r>
              <a:rPr lang="en-IN" b="1" dirty="0" err="1">
                <a:solidFill>
                  <a:schemeClr val="bg1"/>
                </a:solidFill>
              </a:rPr>
              <a:t>Purbia</a:t>
            </a:r>
            <a:r>
              <a:rPr lang="en-IN" b="1" dirty="0">
                <a:solidFill>
                  <a:schemeClr val="bg1"/>
                </a:solidFill>
              </a:rPr>
              <a:t> – 24BAI1090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Timetabling is Hard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constraints across students, faculty, and rooms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objectives: preferences vs. fairness vs. utilization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takes days and results are suboptimal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cascade into bigger problems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376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 approach using Constraint Programming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5483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optimization with utility-driven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948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feasibility while maximizing quality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463040" cy="10972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194560"/>
            <a:ext cx="4572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645920"/>
            <a:ext cx="1463040" cy="10972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874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194560"/>
            <a:ext cx="4572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645920"/>
            <a:ext cx="1463040" cy="10972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874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194560"/>
            <a:ext cx="4572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645920"/>
            <a:ext cx="1463040" cy="10972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874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194560"/>
            <a:ext cx="4572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645920"/>
            <a:ext cx="1463040" cy="10972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874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0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546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Hard Constraints (Feasibility)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NO conflicts, respects capacity, honors availability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Soft Constraints (Optimization)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preferences, balances workload, improves utilization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(MUST satisfy)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9319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conflicts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faculty double-booking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capacity limits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availability windows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840480" cy="39319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Feasible timetable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mandatory courses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impossible assignments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constraint satisfaction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Constraints (OPTIMIZE)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9319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Experience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time slots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idle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spacing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3840480" cy="39319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Efficiency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faculty workload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distribution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881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 (Multi-Objective Optimization)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solidFill>
            <a:srgbClr val="F0F8F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= 10×(Preferences) - 5×(Conflicts) - 3×(Imbalance) + 8×(Utilization)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solidFill>
            <a:srgbClr val="10B981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317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satisfaction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286000"/>
            <a:ext cx="1828800" cy="182880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3317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3474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scheduling issues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1828800" cy="182880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faculty workload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2286000"/>
            <a:ext cx="1828800" cy="1828800"/>
          </a:xfrm>
          <a:prstGeom prst="rect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23317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3474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room usage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Inputs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Courses: ID, sections, enrollment, mandatory status, prerequisites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ID, max teaching load, availability windows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695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Rooms: ID, capacity, required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699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ID, course requests, time preferences,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0076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Slots: Day, start time, end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66525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(Current Demo)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42603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courses with ~45-60 students each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45449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faculty members with 4 courses max each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6804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classrooms with 40-80 capacity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students taking 4 courses 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time slots (Mon-Fri, 3 per day)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Stages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Constraint Programming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 variables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hard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OR-Tools CP-SAT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feasible solution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320040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833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Feasible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0F8F8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Optimization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utility function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soft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optimization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best timetable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4206240"/>
            <a:ext cx="32004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41833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Maximum Utility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× Time Slot × Room × Professor assignment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format for easy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Satisfaction: % of students in preferred times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Conflicts: # of scheduling overlaps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51263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Workload Balance: Variance across instructors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271303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Utilization: Capacity occupancy efficiency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(Sample Run)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011680" cy="1645920"/>
          </a:xfrm>
          <a:prstGeom prst="rect">
            <a:avLst/>
          </a:prstGeom>
          <a:solidFill>
            <a:srgbClr val="F8FB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201168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Utility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1847.6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2011680" cy="1645920"/>
          </a:xfrm>
          <a:prstGeom prst="rect">
            <a:avLst/>
          </a:prstGeom>
          <a:solidFill>
            <a:srgbClr val="F8FB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097280"/>
            <a:ext cx="201168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2011680" cy="1645920"/>
          </a:xfrm>
          <a:prstGeom prst="rect">
            <a:avLst/>
          </a:prstGeom>
          <a:solidFill>
            <a:srgbClr val="F8FB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097280"/>
            <a:ext cx="201168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2011680" cy="1645920"/>
          </a:xfrm>
          <a:prstGeom prst="rect">
            <a:avLst/>
          </a:prstGeom>
          <a:solidFill>
            <a:srgbClr val="F8FB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1097280"/>
            <a:ext cx="201168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0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75.8% students get preferred times (Target: 70%+)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Only 4 student conflicts detected (Target: 0-5)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81.5% room capacity utilization (Target: 75%+)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Faculty workload balanced across team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9319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 Benefits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explainable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needed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execution (seconds)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feasibility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large instances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3840480" cy="393192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Benefits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scheduling time (days → minutes)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faculty workload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student satisfaction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configuration &amp; adjustment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Core implementation language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CP-SAT: Industry-standard constraint solver (Google)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 handling and CSV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 (NO Machine Learning)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0045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Techniques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92928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 Problem (CSP) formulation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25811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Propagation &amp; Backtracking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616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with Utility Maximization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Universities: Semester timetable generation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Schools: Class scheduling optimization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Corporate: Meeting room &amp; resource allocation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Hospitals: Shift scheduling for medical staff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tool: Generate timetables before semester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service: Integration with student portals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Automated: Run daily to adjust for changes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 slots and rooms (no dynamic allocation)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preferences (could add location preferences)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pre-requisite enforcement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constraint handling (labs, practical sessions)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376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for manual adjustments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4119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7003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university ERP systems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481328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447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 problem: Automated timetable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75688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391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classical AI: Constraint Programming + Optimization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70048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334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feasibility: All hard constraints satisfied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264408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27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utility: Multi-objective optimization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221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deployment: Fast, scalable, easy to configure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180363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741</Words>
  <Application>Microsoft Office PowerPoint</Application>
  <PresentationFormat>On-screen Show (16:9)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University Timetabling System</dc:title>
  <dc:subject>PptxGenJS Presentation</dc:subject>
  <dc:creator>AI Project Team</dc:creator>
  <cp:lastModifiedBy>vani singh</cp:lastModifiedBy>
  <cp:revision>3</cp:revision>
  <dcterms:created xsi:type="dcterms:W3CDTF">2026-03-04T13:47:22Z</dcterms:created>
  <dcterms:modified xsi:type="dcterms:W3CDTF">2026-03-04T14:17:31Z</dcterms:modified>
</cp:coreProperties>
</file>